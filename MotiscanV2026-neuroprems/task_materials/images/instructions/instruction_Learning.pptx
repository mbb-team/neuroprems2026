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649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89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39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975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66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35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15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584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939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05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457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F099-A397-407A-B1DE-0E0D20723708}" type="datetimeFigureOut">
              <a:rPr lang="fr-FR" smtClean="0"/>
              <a:t>28/02/2017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FFCA3-E447-44AD-A9E8-46D5B4D12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55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412376" y="440578"/>
            <a:ext cx="1170790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devez 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choisir </a:t>
            </a:r>
            <a:r>
              <a:rPr lang="fr-FR" sz="2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chaque essai entre 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deux symboles apparaissant sur la gauche et sur la droite de la croix centrale :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pour choisir le symbole de gauche, appuyez sur la flèche de gauche « 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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pour choisir le symbole de droite, appuyez sur la flèche de droite «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»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symbole que vous aurez sélectionné sera aussitôt indiqué en rouge.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Selon </a:t>
            </a:r>
            <a:r>
              <a:rPr lang="fr-FR" sz="2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symbole choisi vous 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pourrez :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ne rien gagner (0 €)</a:t>
            </a:r>
          </a:p>
          <a:p>
            <a:pPr marL="0" indent="0">
              <a:buNone/>
            </a:pPr>
            <a:r>
              <a:rPr lang="fr-FR" sz="2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gagner dix euros (+10 €)</a:t>
            </a:r>
          </a:p>
          <a:p>
            <a:pPr marL="0" indent="0">
              <a:buNone/>
            </a:pPr>
            <a:r>
              <a:rPr lang="fr-FR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perdre dix euros (-10 €)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2019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797858" y="507813"/>
            <a:ext cx="11044517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symboles qui apparaissent à l’écran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 différentes valeurs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: certains font gagner plus souvent </a:t>
            </a: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d’autres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perdre moins souvent.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Chaque symbole à sa propre signification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peu importe où et quand il s’affiche. 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Attention, le résultat de chaque symbole peut légèrement varier, </a:t>
            </a:r>
            <a:r>
              <a:rPr lang="fr-F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vous </a:t>
            </a:r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 pourrez pas gagner </a:t>
            </a:r>
            <a:r>
              <a:rPr lang="fr-FR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 éviter de perdre à </a:t>
            </a:r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chaque essai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fr-FR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but du jeu est </a:t>
            </a:r>
            <a:r>
              <a:rPr lang="fr-FR" b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d’accumuler le </a:t>
            </a:r>
            <a:r>
              <a:rPr lang="fr-FR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 d’argent possible. </a:t>
            </a:r>
            <a:endParaRPr lang="fr-FR" b="1" u="sng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Bonne </a:t>
            </a: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chance !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9273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259976" y="449544"/>
            <a:ext cx="11707905" cy="1056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Dans ce test, vous allez </a:t>
            </a:r>
            <a:r>
              <a:rPr lang="fr-FR" sz="26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rencontrer les 6 symboles suivants</a:t>
            </a: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:</a:t>
            </a:r>
          </a:p>
          <a:p>
            <a:pPr marL="0" indent="0">
              <a:buNone/>
            </a:pPr>
            <a:r>
              <a:rPr lang="fr-FR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33196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</Words>
  <Application>Microsoft Office PowerPoint</Application>
  <PresentationFormat>Grand écran</PresentationFormat>
  <Paragraphs>21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Thème Office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BORDERIES Nicolas</dc:creator>
  <cp:lastModifiedBy>BORDERIES Nicolas</cp:lastModifiedBy>
  <cp:revision>2</cp:revision>
  <dcterms:created xsi:type="dcterms:W3CDTF">2017-02-28T09:52:04Z</dcterms:created>
  <dcterms:modified xsi:type="dcterms:W3CDTF">2017-02-28T10:45:10Z</dcterms:modified>
</cp:coreProperties>
</file>