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5" r:id="rId3"/>
    <p:sldId id="276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50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58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07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14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20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957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7373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170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36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3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759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3FBA-C2E8-4C8C-9FC3-095108B57B08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388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C3FBA-C2E8-4C8C-9FC3-095108B57B08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59DF4-00F3-459D-B2E2-0A81E5E61B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73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874821" y="1147836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ce test, vous allez devoir accepter ou refuser différentes offres. Chaque offre sera composée d’un </a:t>
            </a: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effort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à effectuer pour obtenir une </a:t>
            </a: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récompense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On vous demande donc si pour vous la récompense vaut la peine d’effectuer l’effort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devez répondre par OUI ou par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NON.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Encore une fois il n’y a pas de bonne ou de mauvaise réponse, nous souhaitons simplement connaître votre préférence.</a:t>
            </a:r>
          </a:p>
        </p:txBody>
      </p:sp>
    </p:spTree>
    <p:extLst>
      <p:ext uri="{BB962C8B-B14F-4D97-AF65-F5344CB8AC3E}">
        <p14:creationId xmlns:p14="http://schemas.microsoft.com/office/powerpoint/2010/main" val="54551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874821" y="1147836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ce test, vous allez devoir accepter ou refuser différentes offres. Chaque offre sera composée d’un </a:t>
            </a: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effort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à effectuer pour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éviter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punition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vous demande donc si pour vous la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punition à éviter vaut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peine d’effectuer l’effort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devez répondre par OUI ou par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NON.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Encore une fois il n’y a pas de bonne ou de mauvaise réponse, nous souhaitons simplement connaître votre préférence.</a:t>
            </a:r>
          </a:p>
        </p:txBody>
      </p:sp>
    </p:spTree>
    <p:extLst>
      <p:ext uri="{BB962C8B-B14F-4D97-AF65-F5344CB8AC3E}">
        <p14:creationId xmlns:p14="http://schemas.microsoft.com/office/powerpoint/2010/main" val="204812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874821" y="1147836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ce test, vous allez devoir accepter ou refuser différentes offres. Chaque offre sera composée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d’une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punition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à subir pour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obtenir une </a:t>
            </a: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récompense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On vous demande donc si pour vous la récompense vaut la peine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subir la punition.</a:t>
            </a: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devez répondre par OUI ou par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NON.</a:t>
            </a:r>
          </a:p>
          <a:p>
            <a:pPr marL="0" indent="0" algn="ctr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Encore une fois il n’y a pas de bonne ou de mauvaise réponse, nous souhaitons simplement connaître votre préférence.</a:t>
            </a:r>
          </a:p>
        </p:txBody>
      </p:sp>
    </p:spTree>
    <p:extLst>
      <p:ext uri="{BB962C8B-B14F-4D97-AF65-F5344CB8AC3E}">
        <p14:creationId xmlns:p14="http://schemas.microsoft.com/office/powerpoint/2010/main" val="944951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220</Words>
  <Application>Microsoft Office PowerPoint</Application>
  <PresentationFormat>Grand écran</PresentationFormat>
  <Paragraphs>15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BORDERIES Nicolas</dc:creator>
  <cp:lastModifiedBy>BORDERIES Nicolas</cp:lastModifiedBy>
  <cp:revision>21</cp:revision>
  <dcterms:created xsi:type="dcterms:W3CDTF">2016-02-22T16:56:32Z</dcterms:created>
  <dcterms:modified xsi:type="dcterms:W3CDTF">2018-04-20T16:16:37Z</dcterms:modified>
</cp:coreProperties>
</file>