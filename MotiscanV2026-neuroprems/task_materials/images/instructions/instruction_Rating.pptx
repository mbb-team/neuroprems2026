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4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8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07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14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20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57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37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0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36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5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38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C3FBA-C2E8-4C8C-9FC3-095108B57B08}" type="datetimeFigureOut">
              <a:rPr lang="fr-FR" smtClean="0"/>
              <a:t>20/11/2017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3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65094" y="81709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donner des notes à différentes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récompenses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présentées sous forme de texte.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notes sont pour nous une réponse à la question suivante:</a:t>
            </a:r>
          </a:p>
          <a:p>
            <a:pPr marL="0" indent="0" algn="ctr">
              <a:buNone/>
            </a:pPr>
            <a:r>
              <a:rPr lang="fr-FR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quel point cela vous ferait plaisir d’obtenir cette récompense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38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1008374" y="690662"/>
            <a:ext cx="10515600" cy="43385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indiquer votre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réponse,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 du doigt la case qui correspond à votre ressenti.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Votre réponse peut varier de « Pas du tout » à « Enormément » 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prenant n’importe quel niveau intermédiaire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limite gauche correspond à une récompense qui ne présente pour vous aucun intérêt, ou même que vous n’aimez pas. </a:t>
            </a:r>
            <a:endParaRPr lang="fr-FR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27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701996" y="1256275"/>
            <a:ext cx="10515600" cy="15669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Essayez d’utiliser toute l’échelle et de bien différencier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 qui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seront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proposés. 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Prenez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répondre le temps qu’il vous faudra. Essayez d’être le plus sincère possible.</a:t>
            </a:r>
          </a:p>
        </p:txBody>
      </p:sp>
    </p:spTree>
    <p:extLst>
      <p:ext uri="{BB962C8B-B14F-4D97-AF65-F5344CB8AC3E}">
        <p14:creationId xmlns:p14="http://schemas.microsoft.com/office/powerpoint/2010/main" val="31894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65094" y="81709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donner des notes à différentes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punitions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présentées sous forme de texte.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notes sont pour nous une réponse à la question suivante:</a:t>
            </a:r>
          </a:p>
          <a:p>
            <a:pPr marL="0" indent="0" algn="ctr">
              <a:buNone/>
            </a:pPr>
            <a:r>
              <a:rPr lang="fr-FR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quel point cela vous serait-il pénible de subir cette punition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9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1008374" y="690662"/>
            <a:ext cx="10515600" cy="43385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indiquer votre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réponse,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 du doigt la case qui correspond à votre ressenti.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Votre réponse peut varier de « Pas du tout » à « Enormément » 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prenant n’importe quel niveau intermédiaire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limite gauche correspond à une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n’est pas du tout pénible pour vous, voire agréable. </a:t>
            </a:r>
            <a:endParaRPr lang="fr-FR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93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701996" y="1256275"/>
            <a:ext cx="10515600" cy="15669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Essayez d’utiliser toute l’échelle et de bien différencier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 qui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seront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proposés. 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Prenez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répondre le temps qu’il vous faudra. Essayez d’être le plus sincère possible.</a:t>
            </a:r>
          </a:p>
        </p:txBody>
      </p:sp>
    </p:spTree>
    <p:extLst>
      <p:ext uri="{BB962C8B-B14F-4D97-AF65-F5344CB8AC3E}">
        <p14:creationId xmlns:p14="http://schemas.microsoft.com/office/powerpoint/2010/main" val="140615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65094" y="81709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donner des notes à différents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efforts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présentés sous forme de texte.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notes sont pour nous une réponse à la question suivante:</a:t>
            </a:r>
          </a:p>
          <a:p>
            <a:pPr marL="0" indent="0" algn="ctr">
              <a:buNone/>
            </a:pPr>
            <a:r>
              <a:rPr lang="fr-FR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quel point cela vous serait-il pénible d’effectuer cet effort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0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1008374" y="690662"/>
            <a:ext cx="10515600" cy="43385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indiquer votre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réponse,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 du doigt la case qui correspond à votre ressenti.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Votre réponse peut varier de « Pas du tout » à « Enormément » 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prenant n’importe quel niveau intermédiaire</a:t>
            </a:r>
            <a:r>
              <a:rPr lang="fr-FR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limite gauche correspond à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effort qui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n’est pas du tout pénible pour vous, voire agréable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fr-FR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5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701996" y="1256275"/>
            <a:ext cx="10515600" cy="15669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Essayez d’utiliser toute l’échelle et de bien différencier les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 qui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seront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proposés. </a:t>
            </a:r>
          </a:p>
          <a:p>
            <a:pPr marL="0" indent="0" algn="ctr">
              <a:buNone/>
            </a:pP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Prenez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répondre le temps qu’il vous faudra. Essayez d’être le plus sincère possible.</a:t>
            </a:r>
          </a:p>
        </p:txBody>
      </p:sp>
    </p:spTree>
    <p:extLst>
      <p:ext uri="{BB962C8B-B14F-4D97-AF65-F5344CB8AC3E}">
        <p14:creationId xmlns:p14="http://schemas.microsoft.com/office/powerpoint/2010/main" val="328953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D70657-7DE5-46E3-95C6-4040633ED68D}">
  <we:reference id="wa104380121" version="2.0.0.0" store="fr-FR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295</Words>
  <Application>Microsoft Office PowerPoint</Application>
  <PresentationFormat>Grand écran</PresentationFormat>
  <Paragraphs>48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BORDERIES Nicolas</dc:creator>
  <cp:lastModifiedBy>BORDERIES Nicolas</cp:lastModifiedBy>
  <cp:revision>27</cp:revision>
  <dcterms:created xsi:type="dcterms:W3CDTF">2016-02-22T16:56:32Z</dcterms:created>
  <dcterms:modified xsi:type="dcterms:W3CDTF">2017-11-20T14:40:08Z</dcterms:modified>
</cp:coreProperties>
</file>