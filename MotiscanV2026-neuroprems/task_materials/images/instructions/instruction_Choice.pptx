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2" r:id="rId3"/>
    <p:sldId id="273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58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07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14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20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957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7373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170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36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3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759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388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73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859987" y="1276369"/>
            <a:ext cx="10515600" cy="42975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ce test, vous allez devoir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choisir entre deux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récompenses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présentées sous forme de texte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vous demande simplement de </a:t>
            </a: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sélectionner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l’item que </a:t>
            </a: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préférez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vous donnait le choix entre les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deux.</a:t>
            </a: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n’y a pas de bonne ou de mauvaise réponse, nous souhaitons simplement connaître votre préférence.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54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859987" y="1276369"/>
            <a:ext cx="10515600" cy="42975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ce test, vous allez devoir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choisir entre deux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punitions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présentées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sous forme de texte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vous demande simplement de </a:t>
            </a: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sélectionner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l’item que </a:t>
            </a: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préférez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vous donnait le choix entre les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deux.</a:t>
            </a: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n’y a pas de bonne ou de mauvaise réponse, nous souhaitons simplement connaître votre préférence.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590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859987" y="1276369"/>
            <a:ext cx="10515600" cy="42975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ce test, vous allez devoir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choisir entre deux </a:t>
            </a: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efforts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présentés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sous forme de texte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vous demande simplement de </a:t>
            </a: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sélectionner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l’item que </a:t>
            </a: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préférez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vous donnait le choix entre les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deux.</a:t>
            </a: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n’y a pas de bonne ou de mauvaise réponse, nous souhaitons simplement connaître votre préférence.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25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165</Words>
  <Application>Microsoft Office PowerPoint</Application>
  <PresentationFormat>Grand écran</PresentationFormat>
  <Paragraphs>15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BORDERIES Nicolas</dc:creator>
  <cp:lastModifiedBy>BORDERIES Nicolas</cp:lastModifiedBy>
  <cp:revision>19</cp:revision>
  <dcterms:created xsi:type="dcterms:W3CDTF">2016-02-22T16:56:32Z</dcterms:created>
  <dcterms:modified xsi:type="dcterms:W3CDTF">2017-11-20T14:44:46Z</dcterms:modified>
</cp:coreProperties>
</file>