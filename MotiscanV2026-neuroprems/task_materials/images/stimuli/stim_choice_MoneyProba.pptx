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FD37-E6B3-48CF-AB59-A0F1A8F18D3E}" type="datetimeFigureOut">
              <a:rPr lang="fr-FR" smtClean="0"/>
              <a:t>03/10/2017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F027-CEBA-47B0-98B2-E0E87DAFE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41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0FD37-E6B3-48CF-AB59-A0F1A8F18D3E}" type="datetimeFigureOut">
              <a:rPr lang="fr-FR" smtClean="0"/>
              <a:t>03/10/2017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3F027-CEBA-47B0-98B2-E0E87DAFE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97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053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BORDERIES Nicolas</dc:creator>
  <cp:lastModifiedBy>BORDERIES Nicolas</cp:lastModifiedBy>
  <cp:revision>1</cp:revision>
  <dcterms:created xsi:type="dcterms:W3CDTF">2017-10-03T13:35:32Z</dcterms:created>
  <dcterms:modified xsi:type="dcterms:W3CDTF">2017-10-03T13:35:32Z</dcterms:modified>
</cp:coreProperties>
</file>