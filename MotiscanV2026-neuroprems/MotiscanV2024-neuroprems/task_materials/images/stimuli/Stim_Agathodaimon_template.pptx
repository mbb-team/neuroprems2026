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9107-9334-444B-909C-23B4DE8E069D}" type="datetimeFigureOut">
              <a:rPr lang="fr-FR" smtClean="0"/>
              <a:t>02/08/2017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4E87-316C-4201-83D8-6EEAD5935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4126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9107-9334-444B-909C-23B4DE8E069D}" type="datetimeFigureOut">
              <a:rPr lang="fr-FR" smtClean="0"/>
              <a:t>02/08/2017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4E87-316C-4201-83D8-6EEAD5935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19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9107-9334-444B-909C-23B4DE8E069D}" type="datetimeFigureOut">
              <a:rPr lang="fr-FR" smtClean="0"/>
              <a:t>02/08/2017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4E87-316C-4201-83D8-6EEAD5935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3965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9107-9334-444B-909C-23B4DE8E069D}" type="datetimeFigureOut">
              <a:rPr lang="fr-FR" smtClean="0"/>
              <a:t>02/08/2017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4E87-316C-4201-83D8-6EEAD5935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092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9107-9334-444B-909C-23B4DE8E069D}" type="datetimeFigureOut">
              <a:rPr lang="fr-FR" smtClean="0"/>
              <a:t>02/08/2017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4E87-316C-4201-83D8-6EEAD5935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96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9107-9334-444B-909C-23B4DE8E069D}" type="datetimeFigureOut">
              <a:rPr lang="fr-FR" smtClean="0"/>
              <a:t>02/08/2017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4E87-316C-4201-83D8-6EEAD5935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78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9107-9334-444B-909C-23B4DE8E069D}" type="datetimeFigureOut">
              <a:rPr lang="fr-FR" smtClean="0"/>
              <a:t>02/08/2017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4E87-316C-4201-83D8-6EEAD5935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728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9107-9334-444B-909C-23B4DE8E069D}" type="datetimeFigureOut">
              <a:rPr lang="fr-FR" smtClean="0"/>
              <a:t>02/08/2017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4E87-316C-4201-83D8-6EEAD5935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4087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9107-9334-444B-909C-23B4DE8E069D}" type="datetimeFigureOut">
              <a:rPr lang="fr-FR" smtClean="0"/>
              <a:t>02/08/2017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4E87-316C-4201-83D8-6EEAD5935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509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9107-9334-444B-909C-23B4DE8E069D}" type="datetimeFigureOut">
              <a:rPr lang="fr-FR" smtClean="0"/>
              <a:t>02/08/2017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4E87-316C-4201-83D8-6EEAD5935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235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9107-9334-444B-909C-23B4DE8E069D}" type="datetimeFigureOut">
              <a:rPr lang="fr-FR" smtClean="0"/>
              <a:t>02/08/2017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4E87-316C-4201-83D8-6EEAD5935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372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49107-9334-444B-909C-23B4DE8E069D}" type="datetimeFigureOut">
              <a:rPr lang="fr-FR" smtClean="0"/>
              <a:t>02/08/2017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74E87-316C-4201-83D8-6EEAD5935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74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>
            <a:spLocks/>
          </p:cNvSpPr>
          <p:nvPr/>
        </p:nvSpPr>
        <p:spPr>
          <a:xfrm>
            <a:off x="651630" y="1178010"/>
            <a:ext cx="2556000" cy="255454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fr-FR" sz="4000" b="1" dirty="0" smtClean="0">
              <a:solidFill>
                <a:schemeClr val="bg1"/>
              </a:solidFill>
              <a:latin typeface="Agathodaimon" panose="00000400000000000000" pitchFamily="2" charset="0"/>
            </a:endParaRPr>
          </a:p>
          <a:p>
            <a:pPr algn="ctr"/>
            <a:r>
              <a:rPr lang="fr-FR" sz="8000" b="1" dirty="0" smtClean="0">
                <a:solidFill>
                  <a:schemeClr val="bg1"/>
                </a:solidFill>
                <a:latin typeface="Agathodaimon" panose="00000400000000000000" pitchFamily="2" charset="0"/>
              </a:rPr>
              <a:t>D</a:t>
            </a:r>
            <a:endParaRPr lang="fr-FR" sz="8000" b="1" dirty="0" smtClean="0">
              <a:solidFill>
                <a:schemeClr val="bg1"/>
              </a:solidFill>
              <a:latin typeface="Agathodaimon" panose="00000400000000000000" pitchFamily="2" charset="0"/>
            </a:endParaRPr>
          </a:p>
          <a:p>
            <a:pPr algn="ctr"/>
            <a:endParaRPr lang="fr-FR" sz="4000" b="1" dirty="0">
              <a:solidFill>
                <a:schemeClr val="bg1"/>
              </a:solidFill>
              <a:latin typeface="Agathodaimon" panose="00000400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57198" y="2527012"/>
            <a:ext cx="864001" cy="584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>
            <a:spLocks/>
          </p:cNvSpPr>
          <p:nvPr/>
        </p:nvSpPr>
        <p:spPr>
          <a:xfrm>
            <a:off x="6632200" y="1178011"/>
            <a:ext cx="2556000" cy="255454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fr-FR" sz="4000" b="1" dirty="0" smtClean="0">
              <a:solidFill>
                <a:schemeClr val="bg1"/>
              </a:solidFill>
              <a:latin typeface="Agathodaimon" panose="00000400000000000000" pitchFamily="2" charset="0"/>
            </a:endParaRPr>
          </a:p>
          <a:p>
            <a:pPr algn="ctr"/>
            <a:r>
              <a:rPr lang="fr-FR" sz="8000" b="1" dirty="0">
                <a:solidFill>
                  <a:schemeClr val="bg1"/>
                </a:solidFill>
                <a:latin typeface="Agathodaimon" panose="00000400000000000000" pitchFamily="2" charset="0"/>
              </a:rPr>
              <a:t>E</a:t>
            </a:r>
            <a:endParaRPr lang="fr-FR" sz="8000" b="1" dirty="0" smtClean="0">
              <a:solidFill>
                <a:schemeClr val="bg1"/>
              </a:solidFill>
              <a:latin typeface="Agathodaimon" panose="00000400000000000000" pitchFamily="2" charset="0"/>
            </a:endParaRPr>
          </a:p>
          <a:p>
            <a:pPr algn="ctr"/>
            <a:endParaRPr lang="fr-FR" sz="4000" b="1" dirty="0">
              <a:solidFill>
                <a:schemeClr val="bg1"/>
              </a:solidFill>
              <a:latin typeface="Agathodaimon" panose="00000400000000000000" pitchFamily="2" charset="0"/>
            </a:endParaRPr>
          </a:p>
        </p:txBody>
      </p:sp>
      <p:sp>
        <p:nvSpPr>
          <p:cNvPr id="9" name="ZoneTexte 8"/>
          <p:cNvSpPr txBox="1">
            <a:spLocks/>
          </p:cNvSpPr>
          <p:nvPr/>
        </p:nvSpPr>
        <p:spPr>
          <a:xfrm>
            <a:off x="9343868" y="1178011"/>
            <a:ext cx="2556000" cy="255454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fr-FR" sz="4000" b="1" dirty="0" smtClean="0">
              <a:solidFill>
                <a:schemeClr val="bg1"/>
              </a:solidFill>
              <a:latin typeface="Agathodaimon" panose="00000400000000000000" pitchFamily="2" charset="0"/>
            </a:endParaRPr>
          </a:p>
          <a:p>
            <a:pPr algn="ctr"/>
            <a:r>
              <a:rPr lang="fr-FR" sz="8000" b="1" dirty="0" smtClean="0">
                <a:solidFill>
                  <a:schemeClr val="bg1"/>
                </a:solidFill>
                <a:latin typeface="Agathodaimon" panose="00000400000000000000" pitchFamily="2" charset="0"/>
              </a:rPr>
              <a:t>H</a:t>
            </a:r>
            <a:endParaRPr lang="fr-FR" sz="8000" b="1" dirty="0" smtClean="0">
              <a:solidFill>
                <a:schemeClr val="bg1"/>
              </a:solidFill>
              <a:latin typeface="Agathodaimon" panose="00000400000000000000" pitchFamily="2" charset="0"/>
            </a:endParaRPr>
          </a:p>
          <a:p>
            <a:pPr algn="ctr"/>
            <a:endParaRPr lang="fr-FR" sz="4000" b="1" dirty="0">
              <a:solidFill>
                <a:schemeClr val="bg1"/>
              </a:solidFill>
              <a:latin typeface="Agathodaimon" panose="00000400000000000000" pitchFamily="2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200" y="3895911"/>
            <a:ext cx="2554445" cy="2554445"/>
          </a:xfrm>
          <a:prstGeom prst="rect">
            <a:avLst/>
          </a:prstGeom>
        </p:spPr>
      </p:pic>
      <p:sp>
        <p:nvSpPr>
          <p:cNvPr id="12" name="ZoneTexte 11"/>
          <p:cNvSpPr txBox="1">
            <a:spLocks/>
          </p:cNvSpPr>
          <p:nvPr/>
        </p:nvSpPr>
        <p:spPr>
          <a:xfrm>
            <a:off x="9343868" y="3895911"/>
            <a:ext cx="2556000" cy="255454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fr-FR" sz="4000" b="1" dirty="0" smtClean="0">
              <a:solidFill>
                <a:schemeClr val="bg1"/>
              </a:solidFill>
              <a:latin typeface="Agathodaimon" panose="00000400000000000000" pitchFamily="2" charset="0"/>
            </a:endParaRPr>
          </a:p>
          <a:p>
            <a:pPr algn="ctr"/>
            <a:r>
              <a:rPr lang="fr-FR" sz="8000" b="1" dirty="0" smtClean="0">
                <a:solidFill>
                  <a:schemeClr val="bg1"/>
                </a:solidFill>
                <a:latin typeface="Agathodaimon" panose="00000400000000000000" pitchFamily="2" charset="0"/>
              </a:rPr>
              <a:t>T</a:t>
            </a:r>
            <a:endParaRPr lang="fr-FR" sz="8000" b="1" dirty="0" smtClean="0">
              <a:solidFill>
                <a:schemeClr val="bg1"/>
              </a:solidFill>
              <a:latin typeface="Agathodaimon" panose="00000400000000000000" pitchFamily="2" charset="0"/>
            </a:endParaRPr>
          </a:p>
          <a:p>
            <a:pPr algn="ctr"/>
            <a:endParaRPr lang="fr-FR" sz="4000" b="1" dirty="0">
              <a:solidFill>
                <a:schemeClr val="bg1"/>
              </a:solidFill>
              <a:latin typeface="Agathodaimon" panose="00000400000000000000" pitchFamily="2" charset="0"/>
            </a:endParaRP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087" y="1178111"/>
            <a:ext cx="2554445" cy="2554445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087" y="3895911"/>
            <a:ext cx="2554445" cy="255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3938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</Words>
  <Application>Microsoft Office PowerPoint</Application>
  <PresentationFormat>Grand écran</PresentationFormat>
  <Paragraphs>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Agathodaimon</vt:lpstr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nicolas.borderies</dc:creator>
  <cp:lastModifiedBy>BORDERIES Nicolas</cp:lastModifiedBy>
  <cp:revision>7</cp:revision>
  <dcterms:created xsi:type="dcterms:W3CDTF">2015-12-22T14:55:06Z</dcterms:created>
  <dcterms:modified xsi:type="dcterms:W3CDTF">2017-08-02T16:29:46Z</dcterms:modified>
</cp:coreProperties>
</file>